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 idx="0"/>
          </p:nvPr>
        </p:nvSpPr>
        <p:spPr>
          <a:xfrm>
            <a:off x="838200" y="1800000"/>
            <a:ext cx="7467600" cy="1470025"/>
          </a:xfrm>
        </p:spPr>
        <p:txBody>
          <a:bodyPr/>
          <a:lstStyle/>
          <a:p>
            <a:r>
              <a:rPr lang="en-US" sz="3600"/>
              <a:t>Pitch deck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38200" y="3500000"/>
            <a:ext cx="7467600" cy="1470025"/>
          </a:xfrm>
        </p:spPr>
        <p:txBody>
          <a:bodyPr/>
          <a:lstStyle/>
          <a:p>
            <a:r>
              <a:rPr lang="en-US" sz="1800"/>
              <a:t>@anil-labs/file-picker demo library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e-picker">
  <a:themeElements>
    <a:clrScheme name="file-picker">
      <a:dk1>
        <a:sysClr val="windowText" lastClr="000000"/>
      </a:dk1>
      <a:lt1>
        <a:sysClr val="window" lastClr="FFFFFF"/>
      </a:lt1>
      <a:dk2>
        <a:srgbClr val="0F172A"/>
      </a:dk2>
      <a:lt2>
        <a:srgbClr val="EEF2F7"/>
      </a:lt2>
      <a:accent1>
        <a:srgbClr val="3B82F6"/>
      </a:accent1>
      <a:accent2>
        <a:srgbClr val="2F6FED"/>
      </a:accent2>
      <a:accent3>
        <a:srgbClr val="16A34A"/>
      </a:accent3>
      <a:accent4>
        <a:srgbClr val="EF6C00"/>
      </a:accent4>
      <a:accent5>
        <a:srgbClr val="8E4EC6"/>
      </a:accent5>
      <a:accent6>
        <a:srgbClr val="E5484D"/>
      </a:accent6>
      <a:hlink>
        <a:srgbClr val="3B82F6"/>
      </a:hlink>
      <a:folHlink>
        <a:srgbClr val="8E4EC6"/>
      </a:folHlink>
    </a:clrScheme>
    <a:fontScheme name="file-picker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file-pick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